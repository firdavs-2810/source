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10112" y="1746944"/>
            <a:ext cx="2771775" cy="36195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040" y="1823144"/>
            <a:ext cx="315991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766E"/>
                </a:solidFill>
                <a:latin typeface="Nunito"/>
              </a:rPr>
              <a:t>МЕТОДИКА ПРЕПОДАВАНИЯ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413694"/>
            <a:ext cx="11251406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Nunito"/>
              </a:rPr>
              <a:t>Интерактивные методы обучения РКИ в школе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4093" y="4105275"/>
            <a:ext cx="7643812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99F6E4"/>
                </a:solidFill>
                <a:latin typeface="Nunito"/>
              </a:rPr>
              <a:t>Эффективные игровые подходы для детской аудитории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2825" y="4882455"/>
            <a:ext cx="1285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EEAD4"/>
                </a:solidFill>
                <a:latin typeface="Nunito"/>
              </a:rPr>
              <a:t>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1550" y="4882455"/>
            <a:ext cx="371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EEAD4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1821" y="4882455"/>
            <a:ext cx="18692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EEAD4"/>
                </a:solidFill>
                <a:latin typeface="Nunito"/>
              </a:rPr>
              <a:t>2. Основная часть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4882455"/>
            <a:ext cx="371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EEAD4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4700" y="4882455"/>
            <a:ext cx="152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EEAD4"/>
                </a:solidFill>
                <a:latin typeface="Nunito"/>
              </a:rPr>
              <a:t>3. Заключение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4338637"/>
            <a:ext cx="60960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462212"/>
            <a:ext cx="6858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33937" y="3376612"/>
            <a:ext cx="3312914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E293B"/>
                </a:solidFill>
                <a:latin typeface="Nunito"/>
              </a:rPr>
              <a:t>Введение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98440"/>
            <a:ext cx="200025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89015"/>
            <a:ext cx="2381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79590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749772"/>
            <a:ext cx="6858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Nunito"/>
              </a:rPr>
              <a:t>СПЕЦИФИКА АУДИТОРИИ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11722"/>
            <a:ext cx="72009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E293B"/>
                </a:solidFill>
                <a:latin typeface="Nunito"/>
              </a:rPr>
              <a:t>Дети мыслят игрой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965102"/>
            <a:ext cx="402907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Nunito"/>
              </a:rPr>
              <a:t>Высокая подвижность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Необходимость смены видов деятельности.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55677"/>
            <a:ext cx="5105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Nunito"/>
              </a:rPr>
              <a:t>Краткое внимание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Концентрация максимум 10–15 минут на одной задаче.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4546252"/>
            <a:ext cx="399097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Nunito"/>
              </a:rPr>
              <a:t>Эмоциональная вовлеченность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Скука — главный враг детского прогресса.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5075"/>
            <a:ext cx="3454449" cy="29337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505075"/>
            <a:ext cx="3454449" cy="29337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505075"/>
            <a:ext cx="3454449" cy="29337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50" y="2962275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62275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249" y="2962275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400" y="3190875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19087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4749" y="3190875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609600"/>
            <a:ext cx="1295400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E293B"/>
                </a:solidFill>
                <a:latin typeface="Nunito"/>
              </a:rPr>
              <a:t>Что дает интерактив школьникам?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2" y="3952875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Снятие барьера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793" y="4467225"/>
            <a:ext cx="3556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Полное отсутствие страха перед ошибками.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9141" y="3952875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Супер-мотивация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43" y="4467225"/>
            <a:ext cx="3556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Учеба воспринимается как увлекательная игра.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8391" y="3952875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Командный дух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93" y="4467225"/>
            <a:ext cx="3556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Развитие социальных навыков и взаимопомощи.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4567237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33612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57650" y="3148012"/>
            <a:ext cx="5350668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E293B"/>
                </a:solidFill>
                <a:latin typeface="Nunito"/>
              </a:rPr>
              <a:t>Основная часть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6700" y="4033837"/>
            <a:ext cx="5048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Nunito"/>
              </a:rPr>
              <a:t>Методы, приемы и игровые форматы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81150"/>
            <a:ext cx="3505200" cy="4667250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81150"/>
            <a:ext cx="3505200" cy="4667250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81150"/>
            <a:ext cx="3505200" cy="4667250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81150"/>
            <a:ext cx="76200" cy="46672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1581150"/>
            <a:ext cx="76200" cy="4667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1581150"/>
            <a:ext cx="76200" cy="46672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E293B"/>
                </a:solidFill>
                <a:latin typeface="Nunito"/>
              </a:rPr>
              <a:t>Ситуативные ролевые игры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000375"/>
            <a:ext cx="2900362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Nunito"/>
              </a:rPr>
              <a:t>«На приёме у врача»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971925"/>
            <a:ext cx="2762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Nunito"/>
              </a:rPr>
              <a:t>Тренировка повелительных глаголов и лексики тела.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43250"/>
            <a:ext cx="2900362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Nunito"/>
              </a:rPr>
              <a:t>«В школьной столовой»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114800"/>
            <a:ext cx="276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Nunito"/>
              </a:rPr>
              <a:t>Отработка названий еды и вежливых просьб.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3143250"/>
            <a:ext cx="2900362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Nunito"/>
              </a:rPr>
              <a:t>«Интервью со звездой»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114800"/>
            <a:ext cx="276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Nunito"/>
              </a:rPr>
              <a:t>Формирование навыка спонтанного диалога.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22127"/>
            <a:ext cx="5985123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46102"/>
            <a:ext cx="5985123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70077"/>
            <a:ext cx="5985123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3" y="0"/>
            <a:ext cx="4987676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092547"/>
            <a:ext cx="7855473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E293B"/>
                </a:solidFill>
                <a:latin typeface="Nunito"/>
              </a:rPr>
              <a:t>Лексические разминки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0727"/>
            <a:ext cx="705537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Nunito"/>
              </a:rPr>
              <a:t>Снежный 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1727"/>
            <a:ext cx="671940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Nunito"/>
              </a:rPr>
              <a:t>Каждый добавляет свое слово к цепочке предыдущих.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74702"/>
            <a:ext cx="705537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59E0B"/>
                </a:solidFill>
                <a:latin typeface="Nunito"/>
              </a:rPr>
              <a:t>Кто я? (Угадай-ка)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55702"/>
            <a:ext cx="671940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Nunito"/>
              </a:rPr>
              <a:t>Закрепление вопросов типа Да/Нет с карточкой на лбу.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8677"/>
            <a:ext cx="705537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Nunito"/>
              </a:rPr>
              <a:t>Антонимы в движении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79677"/>
            <a:ext cx="671940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Nunito"/>
              </a:rPr>
              <a:t>Бросок мяча с называнием противоположного слова.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85" y="2934435"/>
            <a:ext cx="1103429" cy="11034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285" y="2934435"/>
            <a:ext cx="1103429" cy="11034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585" y="2934435"/>
            <a:ext cx="1103429" cy="11034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6112" y="3257194"/>
            <a:ext cx="535174" cy="4579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8764" y="3269599"/>
            <a:ext cx="394470" cy="43310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7614" y="3265464"/>
            <a:ext cx="441371" cy="4413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D9488"/>
                </a:solidFill>
                <a:latin typeface="Nunito"/>
              </a:rPr>
              <a:t>ЗДОРОВАЯ КОНКУРЕНЦИЯ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971550"/>
            <a:ext cx="12954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E293B"/>
                </a:solidFill>
                <a:latin typeface="Nunito"/>
              </a:rPr>
              <a:t>Командные викторины для продвинутых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465" y="4191000"/>
            <a:ext cx="3750468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Своя игра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762" y="4667250"/>
            <a:ext cx="3571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Выбор категорий и сложности вопросов.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0765" y="4191000"/>
            <a:ext cx="3750468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Брейн-ринг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062" y="4667250"/>
            <a:ext cx="3571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Мгновенная реакция и скорость ответов.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3065" y="4191000"/>
            <a:ext cx="3750468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Nunito"/>
              </a:rPr>
              <a:t>Квест-пазлы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2362" y="4667250"/>
            <a:ext cx="3571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Сбор картинки за правильную грамматику.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97276" y="266506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97276" y="358899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97276" y="451291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87676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97276" y="1730722"/>
            <a:ext cx="6594723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E293B"/>
                </a:solidFill>
                <a:latin typeface="Nunito"/>
              </a:rPr>
              <a:t>Цифровой интерактив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4401" y="266506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K!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5476" y="2660302"/>
            <a:ext cx="5242173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Nunito"/>
              </a:rPr>
              <a:t>Kahoot / Quizizz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Азартные тесты через смартфоны.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401" y="358899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5476" y="3584227"/>
            <a:ext cx="5242173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Nunito"/>
              </a:rPr>
              <a:t>LearningApps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Сортировка слов, кроссворды, найди пару.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4401" y="451291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ВЗ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5476" y="4508152"/>
            <a:ext cx="5242173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Nunito"/>
              </a:rPr>
              <a:t>Взнания </a:t>
            </a:r>
            <a:r>
              <a:rPr sz="1500" b="1" i="0" u="none">
                <a:solidFill>
                  <a:srgbClr val="64748B"/>
                </a:solidFill>
                <a:latin typeface="Nunito"/>
              </a:rPr>
              <a:t>Интерактивные словари и отслеживание прогресса.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4338637"/>
            <a:ext cx="609600" cy="571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462212"/>
            <a:ext cx="5334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91037" y="3376612"/>
            <a:ext cx="4213026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E293B"/>
                </a:solidFill>
                <a:latin typeface="Nunito"/>
              </a:rPr>
              <a:t>Заключение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19637" y="341947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96237" y="341947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81000" y="609600"/>
            <a:ext cx="12954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E293B"/>
                </a:solidFill>
                <a:latin typeface="Nunito"/>
              </a:rPr>
              <a:t>Эффективность игрового подхода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4943" y="3162300"/>
            <a:ext cx="3119437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0D9488"/>
                </a:solidFill>
                <a:latin typeface="Nunito"/>
              </a:rPr>
              <a:t>3x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4943" y="4229100"/>
            <a:ext cx="3119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Nunito"/>
              </a:rPr>
              <a:t>Скорость запоминания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4943" y="4591050"/>
            <a:ext cx="3119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Nunito"/>
              </a:rPr>
              <a:t>Лексика усваивается быстрее.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2993" y="3162300"/>
            <a:ext cx="2928937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F59E0B"/>
                </a:solidFill>
                <a:latin typeface="Nunito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2993" y="4229100"/>
            <a:ext cx="29289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Nunito"/>
              </a:rPr>
              <a:t>Время говорения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2993" y="4591050"/>
            <a:ext cx="2928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Nunito"/>
              </a:rPr>
              <a:t>Активная речевая практика.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8409" y="3162300"/>
            <a:ext cx="2440781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4F46E5"/>
                </a:solidFill>
                <a:latin typeface="Nunito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8409" y="4229100"/>
            <a:ext cx="244078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Nunito"/>
              </a:rPr>
              <a:t>Страх ошибки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8409" y="4591050"/>
            <a:ext cx="2440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Nunito"/>
              </a:rPr>
              <a:t>Дети говорят свободно.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2263080"/>
            <a:ext cx="85725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2948" y="3329880"/>
            <a:ext cx="8826103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Nunito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593" y="4289970"/>
            <a:ext cx="650081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9F6E4"/>
                </a:solidFill>
                <a:latin typeface="Nunito"/>
              </a:rPr>
              <a:t>Учите русский язык с радостью и интерактивом.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</Words>
  <Application>Microsoft Office PowerPoint</Application>
  <PresentationFormat>Широкоэкранный</PresentationFormat>
  <Paragraphs>65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Nunito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Behruz Abdurakhmonov</cp:lastModifiedBy>
  <cp:revision>2</cp:revision>
  <dcterms:created xsi:type="dcterms:W3CDTF">2013-01-27T09:14:16Z</dcterms:created>
  <dcterms:modified xsi:type="dcterms:W3CDTF">2026-09-12T09:16:30Z</dcterms:modified>
  <cp:category/>
</cp:coreProperties>
</file>